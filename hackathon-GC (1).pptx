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3" r:id="rId3"/>
    <p:sldId id="264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47"/>
  </p:normalViewPr>
  <p:slideViewPr>
    <p:cSldViewPr snapToGrid="0">
      <p:cViewPr varScale="1">
        <p:scale>
          <a:sx n="149" d="100"/>
          <a:sy n="14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B63A60-BCAA-BBC0-4234-FDCDED8B9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315" y="223067"/>
            <a:ext cx="9845809" cy="637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7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70EAFF-C0C1-6BA4-42C4-F3A5F0913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33" y="179737"/>
            <a:ext cx="10237861" cy="633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4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A8DDBA-5C73-2756-4988-18951152D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9" y="292127"/>
            <a:ext cx="10613877" cy="628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23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A5FECD-338B-D40E-4369-10314417E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3" y="292944"/>
            <a:ext cx="9259187" cy="60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3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830A09-45AA-ADC3-4B95-C1D5F3CBD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48" y="427896"/>
            <a:ext cx="10352783" cy="621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79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B55BB2-3089-0160-9CE9-A57C7119F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6" y="325864"/>
            <a:ext cx="10401251" cy="62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93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81A66-37B7-A5B7-BDAC-EA64484A6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67" y="435481"/>
            <a:ext cx="10383678" cy="598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0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6F86A6-34E5-AFC4-5238-A57B9A08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58" y="196567"/>
            <a:ext cx="10070764" cy="642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0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8DFD73-42F7-A13A-BE51-3A2D16BA5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95" y="114845"/>
            <a:ext cx="9955851" cy="650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6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6940B4-BEC4-5891-13C3-395B72CB8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38" y="344063"/>
            <a:ext cx="10724972" cy="617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73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83132D-1745-270B-0D17-1595F1C58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13" y="184054"/>
            <a:ext cx="10836067" cy="637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14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EDE2A9-9A5B-6AFC-60EF-22B5CA6DB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17" y="133810"/>
            <a:ext cx="10682243" cy="649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3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EDA62-BB15-EF09-A4AA-24E650C23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16" y="490561"/>
            <a:ext cx="10147418" cy="624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96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6D28ED-5020-A278-477F-AA078DEE0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21" y="140430"/>
            <a:ext cx="10314774" cy="63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04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E93407-21FA-84F5-B0B3-3B8E9F4C5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49" y="213854"/>
            <a:ext cx="10442961" cy="635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87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9bec58-8084-492e-8360-0e1cfe36408c}" enabled="1" method="Standard" siteId="{f35a6974-607f-47d4-82d7-ff31d7dc53a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0</Words>
  <Application>Microsoft Macintosh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Koninti, Shravan</dc:creator>
  <cp:lastModifiedBy>Koninti, Shravan</cp:lastModifiedBy>
  <cp:revision>3</cp:revision>
  <dcterms:created xsi:type="dcterms:W3CDTF">2026-10-14T15:58:04Z</dcterms:created>
  <dcterms:modified xsi:type="dcterms:W3CDTF">2026-10-14T16:15:21Z</dcterms:modified>
</cp:coreProperties>
</file>